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เปิดด้วยคำถาม: เคยแก้ bug ที่โค้ด 'รันครั้งที่สองผลไม่เหมือนครั้งแรก' ไหม? — นั่นคือ action ที่หลุดมาปน calculation ทั้งงานไม่พูด monad/functor เลย (ใครถามเรื่อง Haskell/monad เลื่อนไปตอบท้ายชั่วโมง)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[0:02] ย้ำสัญญา: ออกจากห้องไปด้วยทักษะ ไม่ใช่ความรู้ลอย ๆ — เล่า flow วันนี้สั้น ๆ: ครึ่งแรกดูโค้ด ครึ่งหลังลงมือทำ (เวลาเริ่มเบี้ยว: middleware เป็นตัวตัดก่อน)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[0:05] ให้ผู้เรียนยกตัวอย่าง action/calculation จากงานตัวเองคนละ 1 อย่าง (30 วินาที) — ประเด็น: calculation มักแฝง 'ในหัว' เช่น กติกาส่วนลดที่อยู่ใน if ของ handler ใหญ่ ๆ จนไม่มีใครเห็นว่ามันคือ calculation แยกอยู่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[0:08] อย่าเฉลยเร็ว — จับคู่ชี้บรรทัด 3 นาที แล้วเฉลยบนกระดาน จุดที่ติง: order.Total ถูก mutate (action บน data), กติกา 1000→90% คือ calculation ที่ฝังอยู่, time.Now/print/save คือ action ชัด ๆ คำถามขวาคือสะพานไปหน้าถัดไป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อย่าเพิ่งโชว์วิธีแก้ — ให้เห็นปัญหาก่อน ถามว่าใครเคยเจอ bug 'ผ่านข้อมูลเข้าไปแล้วมันเปลี่ยน' (mutate input) แล้วสะพานไปหน้า refactor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พิมพ์สดหรือสลับหน้าจอ go-fp/02 จุดสำคัญคือ 'ย้ายไปขอบ' — FP ไม่ได้แปลว่ากำจัด side effect แต่จัดที่อยู่ให้มัน ถามต่อ: LogDiscount ยังเทสต์ยากไหม? → ยาก แต่เล็กและไม่มีความรู้ธุรกิจอยู่ข้างในแล้ว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[0:25] รันเทสต์ให้เห็นเขียว ตาราง 3 แถวนี้คือ spec ของกติกาส่วนลด — QA/PM อ่านออกด้วย นี่คือเหตุผลที่ calculation คู่ควรกับการถูกแยกออกมา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ให้ผู้เรียนเดาลายเซ็น Curry2 ก่อนเฉลย (โค้ดเต็ม + เทสต์: go-fp/04) ใครถาม 'ทำไม Go ไม่มี lambda สั้น ๆ' → ตอบตรง ๆ ว่า verbose by design และ (value, error) ทำ chain ยาก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ถ้ามีเวลา รันสดเทียบ Go เก่า/ใหม่ (gotip) เชื่อมกลับกรอบ ACD: goroutine คือ action, ตัวแปรที่ถูกจับร่วมคือ data ที่แชร์โดยไม่ตั้งใจ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[0:52] แนะให้เปิด fp_test.go เป็นตัวอย่าง TDD — เขียนเทสต์ก่อนแล้วเห็นลายเซ็น generic ทีละขั้น ใครถาม performance: for loop ตรง ๆ ชนะเสมอ ไม่มี magic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[1:05] aha moment ของวัน: คนที่ใช้ zap.New(...WithFields) มาตลอดจะเห็นว่ามันคือ pattern เดียวกับ Adder/Curry2 เพิ่งเรียน — เดินหน้านี้สั้น ๆ แล้วไป middleware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[1:10] ถ้าเวลาเหลือน้อยกว่า 15 นาที ณ จุดนี้ ตัดหน้านี้ทั้งหน้าได้ (พูดประโยคเดียว: 'middleware คือการเอาฟังก์ชันมาคู่กัน ลำดับมีความหมาย') แล้วกระโดดไป workshop — ไม่กระทบเรื่องเล่า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[1:25] เดินดูรอบห้อง จุดพลาดบ่อย: (1) ลืมรักษาลำดับคูปองเดิม (2) return slice ใหม่แต่ mutate element ข้างใน — ถามกลับว่า pure จริงไหม (3) แอบเอาการหา coupon ใส่ action อีกที ผู้เรียนเปิด EXERCISE.md ตามได้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[1:43] เฉลยสั้น ๆ จุดเน้น: action บาง = แค่ 'จุดที่โลกเปลี่ยน' ไม่มีความรู้ธุรกิจเลย ใน solution ตั้งใจไม่เขียนเทสต์ให้ action เพื่อโชว์ขอบเขต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[1:45] โชว์อย่างเดียว ไม่ลงลึก: yield คืน false = ผู้อ่านสั่งหยุด ทำให้ infinite sequence ปลอดภัย แถมขำ: int ยัง overflow ถ้าดันอ่านไกล — ของจริงไม่มีอะไร infinite หน้านี้ตัดได้ถ้าเวลาโดนตัด แต่เป็นของที่คนจำได้นาน พยายามรักษาไว้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[1:52] ปิดด้วย call to action: สัปดาห์หน้าหยิบ handler ใน service ตัวเองมา 1 ตัว แยก ACD แล้วดึง calculation ออกมา 1 ชิ้น — 15 นาทีก็คุ้ม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เผื่อ Q&amp;A: (1) ทำไม Go ไม่มี pipe operator → verbose by design + (value, error) ทำ chain ยาก (2) copy-on-write แพงไหม → benchmark ใน go-fp/08: struct เล็กต่างกัน ~0.05 ns/op (3) goroutine/channel เข้ากรอบไหน → channel คือ data, การส่ง/รับคือ action (4) ใครถาม monad → วันนี้ไม่จำเป็น แนะนำหนังสือต่อ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0F172A"/>
                </a:solidFill>
                <a:latin typeface="Noto Sans Thai Looped"/>
              </a:rPr>
              <a:t>Explore Functional Programming in Go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D9488"/>
                </a:solidFill>
                <a:latin typeface="Noto Sans Thai Looped"/>
              </a:rPr>
              <a:t>มองโค้ดให้เห็น </a:t>
            </a:r>
            <a:r>
              <a:rPr sz="2200" b="0" i="0">
                <a:solidFill>
                  <a:srgbClr val="0D9488"/>
                </a:solidFill>
                <a:latin typeface="Ubuntu"/>
              </a:rPr>
              <a:t>3</a:t>
            </a:r>
            <a:r>
              <a:rPr sz="2200" b="0" i="0">
                <a:solidFill>
                  <a:srgbClr val="0D9488"/>
                </a:solidFill>
                <a:latin typeface="Noto Sans Thai Looped"/>
              </a:rPr>
              <a:t> อย่าง: Actions · Calculations · Data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64748B"/>
                </a:solidFill>
                <a:latin typeface="Noto Sans Thai Looped"/>
              </a:rPr>
              <a:t>ทักษะที่ใช้กับโค้ด Go ที่ทำงานจริงได้ทันที — ไม่ต้องมีพื้น FP มาก่อน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จบ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2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ชั่วโมงนี้ คุณจะได้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เรียงจาก 'มองเป็น' → 'เขียนเป็น' → 'ใช้เป็น'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ทักษะมองโค้ด — เห็นว่าบรรทัดไหนเป็น Action / Calculation / Data แล้วรู้ว่ามันแปลว่าอะไร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วิธีดึง calculation ออกจาก action ให้โค้ดทดสอบง่ายขึ้น — ใช้กับ legacy Go ได้ทันที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เครื่องมือของ Go สำหรับเขียนแบบ functional: closures, generics, iter.Seq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สายตาใหม่กับ pattern ที่คุณใช้อยู่แล้ว (Functional Options, middleware) — ที่จริงมันคือ FP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0D9488"/>
                </a:solidFill>
                <a:latin typeface="Noto Sans Thai Looped"/>
              </a:rPr>
              <a:t>• และได้ลงมือ refactor โค้ดจริงด้วยมือตัวเอง </a:t>
            </a:r>
            <a:r>
              <a:rPr sz="1900" b="1" i="0">
                <a:solidFill>
                  <a:srgbClr val="0D9488"/>
                </a:solidFill>
                <a:latin typeface="Ubuntu"/>
              </a:rPr>
              <a:t>1</a:t>
            </a:r>
            <a:r>
              <a:rPr sz="1900" b="1" i="0">
                <a:solidFill>
                  <a:srgbClr val="0D9488"/>
                </a:solidFill>
                <a:latin typeface="Noto Sans Thai Looped"/>
              </a:rPr>
              <a:t> ชิ้น ในชั่วโมงสุดท้าย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แกนคิดของวันนี้: ทุกบรรทัดโค้ดคือ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ใน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อย่างนี้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539"/>
                <a:gridCol w="3305442"/>
                <a:gridCol w="4223621"/>
                <a:gridCol w="1836357"/>
              </a:tblGrid>
              <a:tr h="617220">
                <a:tc>
                  <a:txBody>
                    <a:bodyPr wrap="square"/>
                    <a:lstStyle/>
                    <a:p/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คืออะไร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ตัวอย่าง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ชื่อ FP อื่นเรียก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Data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ข้อเท็จจริงของเหตุการณ์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email ที่ user กรอก, ยอดเงินจาก API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—</a:t>
                      </a:r>
                    </a:p>
                  </a:txBody>
                  <a:tcPr marT="36576" marB="36576"/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Calculation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input เดิม → output เดิม เสมอ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หาส่วนลด, validate email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pure function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Action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ผลขึ้นกับ 'รันกี่ครั้ง / เมื่อไหร่'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ส่ง email, เขียน DB, อ่านเวลา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side effect</a:t>
                      </a:r>
                    </a:p>
                  </a:txBody>
                  <a:tcPr marT="36576" marB="36576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• คำถามเดียวที่ต้องตอบเก่ง: "บรรทัดนี้พึ่งโลกภายนอกไหม?"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อ่านนาฬิกา, พิมพ์ log, เขียนไฟล์ → พึ่ง (ผลเปลี่ยนตามเวลา/จำนวนครั้ง)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บวกเลข, ตรวจ format, หาคูปองที่ใช้ได้ → ไม่พึ่ง (input ชุดเดิม = คำตอบชุดเดิม)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ลองอ่านโค้ดนี้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บรรทัดไหนคือ Data · Calculation · Action? — บรรทัดเดียวซ้อนหลายอย่างได้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7132320" cy="420624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ProcessOrder(order *Order)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order.ProcessedAt = time.Now()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fmt.Printf("processing %s ...", order.Email)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order.Total = 0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it := range order.Items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order.Total += it.Price * it.Quantity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if order.Total &gt;= 1000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order.Total = order.Total * 90 / 100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orders[order.Email] = *order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fmt.Printf("saved: total=%d", order.Total)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1737360"/>
            <a:ext cx="3657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ชวนคิด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ทำไมฟังก์ชันนี้รัน 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2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ครั้ง ผลอาจไม่เหมือนกัน?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ถ้ากติกาส่วนลดเปลี่ยน ต้องรันระบบทั้งระบบเพื่อทดสอบไหม?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ข้อมูล (Data) ที่ไหลผ่านฟังก์ชันนี้มีอะไรบ้าง?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โค้ดที่ปนกันทำให้ชีวิตยาก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ตัวอย่างเดิม — มองผ่านกรอบ ACD แล้วปัญหาชัดขึ้นเอง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Action แฝงใน calculation → ทดสอบยาก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อยากทดสอบแค่กติกาส่วนลด ต้องรัน ProcessOrder ทั้งฟังก์ชัน — จับ stdout, ล้าง map, ปลอมเวลา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Mutate input → ผู้เรียกไม่รู้ว่า order ของตัวเองถูกแก้ไปแล้ว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bug ยอดฮิต: ผ่าน order เข้าไป 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2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 ครั้ง ยอดหายเพราะถูกลดสองรอบ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กติกาธุรกิจ (ลด 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10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% เมื่อยอดถึง 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1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,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000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) ฝังอยู่ใน action → มองไม่เห็นเป็น 'ความรู้'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กติกาพวกนี้คือ calculation ที่ควรรวมอยู่ด้วยกัน เทสต์ได้เอง และใช้ซ้ำได้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โค้ดที่ปนกันยังทำงานได้ — แต่คุณจ่ายค่ามันตอนเทสต์ ตอนแก้ และตอนเจอ bug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จาก Action สู่ Calculation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หัวใจของวันนี้ — แยก 'การคำนวณ' ออกจาก 'การทำลงโลกภายนอก'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22860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ฟังก์ชันนี้ "คำนวณ" หรือ "ทำอะไรลงโลกภายนอก"?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ApplyDiscount(cart Cart) Cart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fmt.Println("applying discount")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cart.Total = cart.Total * 90 / 100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cart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80744"/>
            <a:ext cx="868680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ปนกัน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394960" cy="22860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คำนวณอย่างเดียว — input เดิม ได้ผลเดิมเสมอ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Discounted(total int) int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total * 90 / 100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การ "ทำลงโลกภายนอก" แยกเป็นอีกฟังก์ชัน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LogDiscount(total int)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fmt.Println("discount", Discounted(total))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80744"/>
            <a:ext cx="1069848" cy="2743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แยกแล้ว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Discounted เป็น calculation แท้: ไม่พิมพ์ ไม่แก้ input ไม่ถามเวลา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action ไม่หายไปไหน — ถูก 'ย้ายไปไว้ที่ขอบ' ของระบบ ตรงที่ต้องเกิดจริงเท่านั้น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แยกแล้วง่ายขึ้น: calculation เทสต์เองได้ · action เหลือบาง ๆ จุดเดียว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ผลลัพธ์: ทดสอบได้โดยไม่ต้อง mock อะไรเลย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109960" cy="32004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TestDiscounted(t *testing.T)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tests := []struct{ in, want int }{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{1000, 900}, {999, 999}, {0, 0},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tt := range tests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if got := Discounted(tt.in); got != tt.want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    t.Errorf("Discounted(%d) = %d; want %d",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        tt.in, got, tt.want)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เทียบกับตอนก่อน: เทสต์ ApplyDiscount ต้องจับ stdout + เช็คว่า input โดนแก้ — เทสต์กลายเป็นงานโบราณคดี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calculation ที่ pure = เทสต์เป็นตาราง input → output ได้เลย — กติกาธุรกิจทั้งหมดอยู่ตรงนี้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อยากรู้ว่าโค้ดส่วนไหน 'ควรแยก' — ดูว่าการเทสต์มันต้อง mock อะไร ยิ่งเยอะ ยิ่งแปลว่า action ปนอยู่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1: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ฟังก์ชันเป็นค่า (Higher-order Functions + Closures)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Go ส่งฟังก์ชันเป็น argument / คืนฟังก์ชันได้เต็มรูปแบบ — std lib ใช้เยอะแล้ว: sort.Slice, http.HandleFunc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6576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ฟังก์ชันคืนฟังก์ชันได้ — "เก็บครึ่งการคำนวณ" ไว้ก่อน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Adder(a int) func(int) int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func(b int) int { return a + b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add10 := Adder(10)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add10(5)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== 15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generic: curry ฟังก์ชัน 2 พารามิเตอร์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Curry2[A, B, R any](f func(A, B) R) func(A) func(B) 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func(a A) func(B) 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return func(b B) R { return f(a, b)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closure จำบริบทตอนถูกสร้าง → นี่คือวิธี Go ทำ partial application (verbose กว่าภาษา ML ชัดเจน — และนี่คือเหตุผลที่ Go ไม่มี pipe operator)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กับดักของ closure: loop variable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closure จับ 'ตัวแปร' ไม่ใช่ 'ค่า' — เว้นแต่ Go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1.22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 เป็นต้นไป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393192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for i := 0; i &lt; 3; i++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go func() { fmt.Println(i) }()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Go 1.22+: พิมพ์ 0..2 ไม่ซ้้า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        (loop var แยกของตัวเองทุกรอบ)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Go 1.21 ลงไป: ส่วนใหญ่พิมพ์ 3 3 3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        (ทุก closure จับ "ตัวแปรตัวเดียวกัน")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โค้ดเก่าจึงมีรอยแก้แบบนี้ทิ้งไว้: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for i := 0; i &lt; 3; i++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i := i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ทำสำเนาต่อรอบ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go func() { fmt.Println(i) }()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โค้ดเก่าก่อน 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1.22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 ยังมีรอยแก้ i := i ทิ้งไว้ — อ่านเจอแล้วอย่าลบทิ้งโดยไม่รู้ว่ามันกันอะไร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2: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Generics — เขียน Map / Filter / Reduce เองได้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Go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1.18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+ · โค้ดเต็ม + เทสต์แบบ TDD ใน go-fp/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03-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fp-toolkit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38328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Map[T, R any](in []T, f func(T) R) []R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out := make([]R, 0, len(in))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v := range in { out = append(out, f(v))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out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Filter[T any](in []T, keep func(T) bool) []T { ... 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accumulator ต่าง type กับสมาชิกได้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Reduce[T, R any](in []T, init R,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combine func(R, T) R) R { ... 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total := Reduce(items, 0, func(acc int, it Item) int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acc + it.Price*it.Quantity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Go ไม่มี built-in map/filter — และ Go community ก็นิยม for loop ตรง ๆ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โค้ดชุดนี้คือเครื่องมือ 'เรียนรู้ concept' — ในงานจริงใช้เมื่อมันทำให้เจตนาของโค้ดอ่านออกง่ายขึ้น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Reduce ที่ accumulator ต่าง type กับสมาชิก (Reduce[Item, int]) คือจุดที่ generics ช่วยจริง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Functional Options — pattern ที่คุณใช้อยู่แล้ว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closure + higher-order function ในโค้ด production จริง: grpc-go, zap, aws-sdk-go-v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38328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type Option func(*Server)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WithPort(p int) Option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func(s *Server) { s.port = p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New(host string, opts ...Option) *Server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s := &amp;Server{host: host, port: 8080}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default ก่อน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o := range opts { o(s) }     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แล้ว override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s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srv := New("localhost", WithPort(9090))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WithPort(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9090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) คือ 'ฟังก์ชันที่คืน action เล็ก ๆ' เอาไว้ยิงใส่ constructor ตอนหลัง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ทำไมไม่ใช้ struct config? — options ขยายได้โดยไม่ทำ breaking change และ default ชัดเจน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คุณเขียน FP อยู่แล้วโดยไม่รู้ตัว — งานวันนี้แค่ตั้งชื่อให้สิ่งที่ทำอยู่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Middleware = Function Composition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http.Handler เป็น function เดียว → wrapper ครอบซ้อนกันคือ composition แบบ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6576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type Middleware func(http.Handler) http.Handler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Logger(next http.Handler) http.Handler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http.HandlerFunc(func(w http.ResponseWriter, r *http.Request)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start := time.Now()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next.ServeHTTP(w, r)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log.Printf("%s %s (%s)", r.Method, r.URL, time.Since(start))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เอา middleware มาครอบซ้อนกัน = composition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Chain(mw ...Middleware) Middleware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func(final http.Handler) http.Handler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for i := len(mw) - 1; i &gt;= 0; i--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final = mw[i](final)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return final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ลำดับของ Chain(Logger, Recover) มีความหมาย — composition คือ 'ลำดับ = ความหมาย'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Workshop: แยกคูปองออกจากการส่งอีเมล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โจทย์จาก Grokking Simplicity บท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3–5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 พอร์ตเป็น Go — repo: go-fp/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07-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coupon-email-exercise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6035040" cy="41148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ทุกอย่างอยู่ในฟังก์ชันเดียว — มองแล้วเจออะไรบ้าง?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EmailCoupons(cart Cart, coupons []Coupon,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out io.Writer) error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fmt.Printf("finding coupons for %s\n", cart.Email)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var codes []string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for _, c := range coupons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if cart.Total &gt;= c.MinimumTotal &amp;&amp;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(c.Category == "" || c.Category == cart.Category)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codes = append(codes, c.Code)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_, err := fmt.Fprintf(out,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"To: %s\nCoupons: %v\n", cart.Email, codes)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err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63623"/>
            <a:ext cx="2176272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starter/coupons.go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โจทย์ของคุณ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1.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แยก A/C/D ให้ครบ 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3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น.)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2.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ดึง FindApplicableCoupons ออกมา — เขียน table-driven test ก่อน implementation 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10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น.)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3.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เหลือ SendCouponEmail เป็น action บาง ๆ 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5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น.)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4.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เทียบกับ solution/ 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2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น.)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4748B"/>
                </a:solidFill>
                <a:latin typeface="Noto Sans Thai Looped"/>
              </a:rPr>
              <a:t>กติกาโจทย์: เงินเป็นบาทเต็มไม่ติดลบ · coupon ไม่มีหมวด = ใช้ได้ทุกหมวด · รักษาลำดับเดิม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เฉลย: calculation ที่ pure เต็มตัว + action ที่บางที่สุด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7132320" cy="402336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300" i="1">
                <a:solidFill>
                  <a:srgbClr val="94A3B8"/>
                </a:solidFill>
                <a:latin typeface="DejaVu Sans Mono"/>
              </a:rPr>
              <a:t>// Calculation — pure: input เดิม ได้คูปองชุดเดิมเสมอ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func FindApplicableCoupons(cart Cart,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coupons []Coupon) []Coupon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result := make([]Coupon, 0)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for _, c := range coupons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if cart.Total &gt;= c.MinimumTotal &amp;&amp;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(c.Category == "" || c.Category == cart.Category)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result = append(result, c)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return result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300" i="1">
                <a:solidFill>
                  <a:srgbClr val="94A3B8"/>
                </a:solidFill>
                <a:latin typeface="DejaVu Sans Mono"/>
              </a:rPr>
              <a:t>// Action — เหลือแค่ "จุดที่โลกเปลี่ยน"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func SendCouponEmail(out io.Writer, email string,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coupons []Coupon) error { ... 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80744"/>
            <a:ext cx="1271016" cy="2743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solution/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สังเกต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กติกาธุรกิจทั้งหมดอยู่ใน calculation เดียว เทสต์ได้โดยไม่แตะ I/O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SendCouponEmail รู้จักแค่การ 'ส่ง' — ไม่รู้ว่าคูปองมายังไง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ลำดับการเรียก (หาก่อน → ส่งทีหลัง) เป็นของผู้เรียก ไม่ใช่ของฟังก์ชัน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ของหวาน: Lazy Sequence ด้วย iter.Seq (Go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1.23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+)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อนุกรมไม่รู้จบที่คำนวณเท่าที่ถูกขอ — range-over-func ในภาษา Go เอง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109960" cy="3977639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300" i="1">
                <a:solidFill>
                  <a:srgbClr val="94A3B8"/>
                </a:solidFill>
                <a:latin typeface="DejaVu Sans Mono"/>
              </a:rPr>
              <a:t>// อนุกรมไม่รู้จบ — ไม่มีเงื่อนไขหยุดในตัว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func Fibonacci() iter.Seq[int]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return func(yield func(int) bool)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a, b := 0, 1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for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if !yield(a) { return }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ผู้อ่านเป็นคนสั่งหยุด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a, b = b, a+b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isEven := func(n int) bool { return n%2 == 0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even := Filter(Fibonacci(), isEven)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total := 0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for n := range Take(10, even) {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คำนวณเท่าที่ขอเท่านั้น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total += n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}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sum แรก 10 ตัวเลขคู่ = 257114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Fibonacci ไม่มีจุดจบ แต่ Take(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10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) คำนวณแค่ 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10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 ตัว — lazy คือคำนวณ 'เท่าที่จำเป็น' ไม่ใช่ 'ทั้งหมดก่อนแล้วค่อยตัด'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สรุป: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คำถามกับโค้ดทุกบรรทัด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377440"/>
                <a:gridCol w="4892039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ถาม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ถ้าคำตอบคือ...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แล้วทำอะไร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"ผลขึ้นกับเวลา/จำนวนครั้งไหม?"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Action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ย้ายไปไว้ขอบระบบ ทำให้บางที่สุด</a:t>
                      </a:r>
                    </a:p>
                  </a:txBody>
                  <a:tcPr marT="36576" marB="36576"/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"input เดิม ให้ผลเดิมเสมอไหม?"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Calculation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ทำให้ pure + เขียน table-driven test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"เป็นแค่ข้อเท็จจริงที่ส่งต่อกันไหม?"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Data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ใช้ immutable เท่าทำได้ (value semantics)</a:t>
                      </a:r>
                    </a:p>
                  </a:txBody>
                  <a:tcPr marT="36576" marB="36576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605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Go ทำได้ดี: HOF · closures · generics (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1.18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+) · iter.Seq (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1.23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+)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Go ไม่มี: built-in map/filter · immutability guarantee · tail-call optimization — รู้ขีดจำกัด แล้วออกแบบรอบมัน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ไม่ต้องเขียน FP ทั้งวัน — แค่หมั่นย้าย calculation ออกจาก action ทีละฟังก์ชัน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อ่านต่อ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Grokking Simplicity — Eric Normand (Manning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2021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 · โฟกัส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3–5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(ACD),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6–7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(immutability),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10–14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(first-class functions)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Functional Programming in Go — Dylan Meeus (Packt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2023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Go blog: Range Over Function Types (Go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1.23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 — go.dev/blog/range-functions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Codewalk: First-Class Functions in Go — go.dev/doc/codewalk/functions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F172A"/>
                </a:solidFill>
                <a:latin typeface="Noto Sans Thai Looped"/>
              </a:rPr>
              <a:t>• โค้ดทั้งหมดในวันนี้ (พร้อมเทสต์): ~/src/go-fp — go test ./... ผ่านทุก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D9488"/>
                </a:solidFill>
                <a:latin typeface="Noto Sans Thai Looped"/>
              </a:rPr>
              <a:t>ขอบคุณครับ 🙏 — คำถามได้ตลอด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